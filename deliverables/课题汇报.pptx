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先运行系统演示，再解释方法；明确这不是实际救援指挥系统。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导师考察的是理解、分析、实现和评价，而不是复现现成问答页面。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真实材料只支撑案例背景；不把总人数分割成所谓真实队伍。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点击下一阶段，重点指出路径变化、资源占用和任务缺口。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模型不能直接写入调度结果；人确认候选，程序维护状态。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每轮求解当前资源分配，5秒共享预算；这不是全过程最优保证。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最近到达节点是离散抽象，已消耗时间不会被抹去。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静态是弱对照，平均响应只统计已服务任务，应与缺口一起读。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动态平均响应稍快，但迟到更高。这个反例说明局部目标与长期表现的差异。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误差线为21组场景标准差。静态低响应时间受未服务样本选择影响。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引用ID合法不等于法律适用正确；不要把离线数字当成GPT或DeepSeek能力。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以实际系统和可复现实验收尾，指出发现的新问题和真实未完成的验证。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动态灾害应急决策与资源调度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康定案例背景下的可运行研究原型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信息变化 → 任务确认 → 资源派遣 → 执行反馈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真实来源与模拟参数分别标注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把开放题变成可验证问题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输入：不同时间的灾情、预案、道路和有限队伍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输出：可执行分配、未满足需求与可追溯依据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观察重点：新信息出现后，行动如何变化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数据边界与时间可见性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4条公开事实；事件时间与发布时间分开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2份灾害前预案，20条节选；四川完整PDF待复核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10节点 / 8队伍 / 12任务 / 14需求单位均属模拟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四阶段可重复演示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第0分钟：初始搜救、医疗与工程需求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第5分钟：道路中断；第20分钟：紧急需求增加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第40分钟：增援到达；观察至第180分钟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系统闭环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灾情提取 → TF-IDF条款检索 → 人工确认任务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CP-SAT分配 → 执行模拟 → 事件/周期重规划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实时API、固定缓存和离线规则明确区分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可计算的调度模型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变量：队伍 i 是否分配到任务 j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约束：能力、可达性、唯一占用、任务剩余需求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词典序：紧急缺口 → 普通缺口 → 迟到 → 行程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动态状态保持一致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队伍逐边行进，到达后作业，完成后释放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封路检查剩余路径：绕行或释放未完成承诺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重复事件不重复提交；执行中队伍不重新派遣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实验对照与公平条件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21组相同场景 × 3方法 = 63次实验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动态与贪心同频决策；静态只初始分配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报告到达率、缺口、响应、迟到和求解时间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实际结果：没有全面胜出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动态/贪心终点紧急到达率均为100%；静态41.1%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动态响应37.37分，贪心37.86分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动态迟到179.95分，贪心172.95分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结果图：同时读覆盖与时间</a:t>
            </a:r>
          </a:p>
        </p:txBody>
      </p:sp>
      <p:pic>
        <p:nvPicPr>
          <p:cNvPr id="4" name="Picture 3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10972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验证与真实限制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自动测试：优化目标、执行状态、失败分支、界面与API协议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离线20条：字段100%，条款Recall@5 100%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真实模型尚未实测；小型代理标注不能证明泛化能力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RESEARCH PROTOTYPE  /  KANGDING CASE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 b="1">
                <a:solidFill>
                  <a:srgbClr val="20364B"/>
                </a:solidFill>
                <a:latin typeface="Microsoft YaHei"/>
              </a:defRPr>
            </a:pPr>
            <a:r>
              <a:t>交付与下一步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7899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已交付：可运行系统、数据、模型说明、实验与轨迹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先做独立数据/标注复核，再扩大场景和约束</a:t>
            </a:r>
          </a:p>
          <a:p>
            <a:pPr>
              <a:spcAft>
                <a:spcPts val="1800"/>
              </a:spcAft>
              <a:defRPr sz="2300" b="0">
                <a:solidFill>
                  <a:srgbClr val="20364B"/>
                </a:solidFill>
                <a:latin typeface="Microsoft YaHei"/>
              </a:defRPr>
            </a:pPr>
            <a:r>
              <a:t>• 研究方向：前瞻需求、资源预留、执行模型真实性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00" b="0">
                <a:solidFill>
                  <a:srgbClr val="718294"/>
                </a:solidFill>
                <a:latin typeface="Microsoft YaHei"/>
              </a:defRPr>
            </a:pPr>
            <a:r>
              <a:t>模拟研究 · 数据可追溯 · 结果可复现 · 不等于真实救援成效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09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0">
                <a:solidFill>
                  <a:srgbClr val="4E8CA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